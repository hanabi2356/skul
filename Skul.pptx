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68" d="100"/>
          <a:sy n="68" d="100"/>
        </p:scale>
        <p:origin x="9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AE6433-D0D4-C56D-9F31-707EC525F3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39203DF-805F-65AB-4D0E-CAD4C268AA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C185AF5-C36A-A171-6BF0-F796B5B4A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B64B5-3A24-4422-A63A-8F57E0AE31F8}" type="datetimeFigureOut">
              <a:rPr lang="ko-KR" altLang="en-US" smtClean="0"/>
              <a:t>2026-05-02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23EB3D-F80D-493D-45B9-6E321541A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6F02341-18F4-C917-15E8-8942A77AA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81419-B5F5-4343-9D4B-8F0725A9ED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17537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C8F48B-2C20-1F70-F0BD-6225404A7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62E41B7-2E38-3767-3ADD-9EFCB19966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286F4A1-BEED-83B7-2221-9E98C75EF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B64B5-3A24-4422-A63A-8F57E0AE31F8}" type="datetimeFigureOut">
              <a:rPr lang="ko-KR" altLang="en-US" smtClean="0"/>
              <a:t>2026-05-02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E74DEB4-0A5B-D2B6-269D-42A581593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4849F9F-4443-9246-FBD0-45D9D86E6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81419-B5F5-4343-9D4B-8F0725A9ED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75484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0AB459-8540-2C8E-E9BE-C497254CB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62BBDCA-D6AC-3960-3FAC-2E3630754B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19F47C-274B-8BDB-B90B-91AB48070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B64B5-3A24-4422-A63A-8F57E0AE31F8}" type="datetimeFigureOut">
              <a:rPr lang="ko-KR" altLang="en-US" smtClean="0"/>
              <a:t>2026-05-02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E2D2DA-62FF-2A96-3B95-25D2131FA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BE4F31B-AD21-213F-7D27-943996B62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81419-B5F5-4343-9D4B-8F0725A9ED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52721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04A632-139B-E3CF-8DCE-332EE0AAD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670BFF-9C21-C7DD-5E3A-6184A35506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464880B-04EB-F041-590C-8B5F6B4301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5DE878F-1E4D-B12A-6179-2D213C1CC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B64B5-3A24-4422-A63A-8F57E0AE31F8}" type="datetimeFigureOut">
              <a:rPr lang="ko-KR" altLang="en-US" smtClean="0"/>
              <a:t>2026-05-02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FB563DA-35B7-71F0-9B3C-F33233544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8A9D4DA-9818-A5D8-52DB-416874619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81419-B5F5-4343-9D4B-8F0725A9ED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5429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EB5FC0-C14C-9A2F-6F00-5F7E8ADCA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B33B37F-B87F-3E04-89E5-7E31D9DBC3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F972D5A-85AA-0C3E-AEAF-AE4DE9CAFD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AE7019E-7C0F-3CBE-2FD0-C35CA68D54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64F4A99-641E-E929-7DEC-47027B9618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B7F07FA-5FB7-EADA-E16A-0DF633573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B64B5-3A24-4422-A63A-8F57E0AE31F8}" type="datetimeFigureOut">
              <a:rPr lang="ko-KR" altLang="en-US" smtClean="0"/>
              <a:t>2026-05-02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AC17658-86E3-30F0-A634-9F613FC07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FE20C42-F4AD-47F7-D6C6-5DB54DCB6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81419-B5F5-4343-9D4B-8F0725A9ED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30295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78202B-7453-C329-5C6E-E24B1DDA3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A53C6E1-2CCE-432B-1701-FF6285A83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B64B5-3A24-4422-A63A-8F57E0AE31F8}" type="datetimeFigureOut">
              <a:rPr lang="ko-KR" altLang="en-US" smtClean="0"/>
              <a:t>2026-05-02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BBF6DC4-CF1E-4928-673C-6DA16B66E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19D6ED2-EF64-EA5D-FA9B-36E8914FB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81419-B5F5-4343-9D4B-8F0725A9ED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47355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5EB6949-7137-9456-C1D3-1933485D2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B64B5-3A24-4422-A63A-8F57E0AE31F8}" type="datetimeFigureOut">
              <a:rPr lang="ko-KR" altLang="en-US" smtClean="0"/>
              <a:t>2026-05-02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9AAE19E-59CF-9A90-D79A-C9588F0BD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3DD4AC-F20D-3E84-44E3-6B1606E1B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81419-B5F5-4343-9D4B-8F0725A9ED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05334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117C67-4DDD-D573-FE70-8BDACC786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8FFCC4-A0DE-F25D-3526-CEED8B53B5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3E662D0-85C0-2346-1D1C-B60764A49F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348CA8-00F5-806F-18C2-393D84D92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B64B5-3A24-4422-A63A-8F57E0AE31F8}" type="datetimeFigureOut">
              <a:rPr lang="ko-KR" altLang="en-US" smtClean="0"/>
              <a:t>2026-05-02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D917FBC-6CEE-2FF8-8523-2F7A191F7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53E7372-E568-08C8-FA08-27292D540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81419-B5F5-4343-9D4B-8F0725A9ED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9937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FE98E9-3648-FD5E-E588-5334EAF54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E3189DD-43BA-B5B0-7D85-3E7284D11F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B327114-0567-C88D-9DC1-3EAD7808C8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917C2FF-4371-57F1-DE57-4C30834FD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B64B5-3A24-4422-A63A-8F57E0AE31F8}" type="datetimeFigureOut">
              <a:rPr lang="ko-KR" altLang="en-US" smtClean="0"/>
              <a:t>2026-05-02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B73CDDA-19EF-5C27-3A22-8B78A5CB8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0DBDAB7-7F6D-8D98-BD21-754C25768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81419-B5F5-4343-9D4B-8F0725A9ED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78192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7850A6-6C77-A343-2983-7F1739468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E7CC3AD-714D-CA9D-DD08-F81DDF63AA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85A5414-4444-625D-0E32-E659FAEF3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B64B5-3A24-4422-A63A-8F57E0AE31F8}" type="datetimeFigureOut">
              <a:rPr lang="ko-KR" altLang="en-US" smtClean="0"/>
              <a:t>2026-05-02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36D301A-C336-103A-52F2-D63895CF0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817343C-2428-0A0E-3F57-59D9533F4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81419-B5F5-4343-9D4B-8F0725A9ED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9115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763E68E-2AB6-A0B3-0BAD-CF710925CE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6E9D092-D5A6-558B-3301-2359F82F9B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A97ABE-63BA-729A-4BD2-7C720A8A9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B64B5-3A24-4422-A63A-8F57E0AE31F8}" type="datetimeFigureOut">
              <a:rPr lang="ko-KR" altLang="en-US" smtClean="0"/>
              <a:t>2026-05-02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45BB7A-035B-95D1-6F92-AA28B08BE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BC89517-B6EF-1F14-8AA5-DB12F8D57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381419-B5F5-4343-9D4B-8F0725A9ED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1946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2D2FA92-30D9-FE11-5D08-AE288A696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F5FDA79-E6E6-570A-9A61-1FFCE46E97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2F8405-8D4F-73FB-CEBD-315B148F9F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3B64B5-3A24-4422-A63A-8F57E0AE31F8}" type="datetimeFigureOut">
              <a:rPr lang="ko-KR" altLang="en-US" smtClean="0"/>
              <a:t>2026-05-02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56681CB-95C6-7151-F8CF-6144B66A6C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D6DA1E-3A1D-B899-A06D-1BFFB94730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381419-B5F5-4343-9D4B-8F0725A9ED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2716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7ABA48-AEA0-BCA7-7054-8DF920B7913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8673D62-89C7-8B4F-0B65-8423DEF1BE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00631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와이드스크린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hanabira2356@gmail.com</dc:creator>
  <cp:lastModifiedBy>hanabira2356@gmail.com</cp:lastModifiedBy>
  <cp:revision>1</cp:revision>
  <dcterms:created xsi:type="dcterms:W3CDTF">2026-05-02T12:18:40Z</dcterms:created>
  <dcterms:modified xsi:type="dcterms:W3CDTF">2026-05-02T12:19:14Z</dcterms:modified>
</cp:coreProperties>
</file>